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FFFFFF"/>
                </a:solidFill>
              </a:defRPr>
            </a:pPr>
            <a:r>
              <a:t>Caso UMS sobre Evolith</a:t>
            </a:r>
          </a:p>
          <a:p>
            <a:pPr>
              <a:spcBef>
                <a:spcPts val="1400"/>
              </a:spcBef>
              <a:defRPr sz="2800">
                <a:solidFill>
                  <a:srgbClr val="3B82F6"/>
                </a:solidFill>
              </a:defRPr>
            </a:pPr>
            <a:r>
              <a:t>Aplicación Empresarial de Referencia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1. ¿Qué es UMS?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User Management System corporativo.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Instanciación real de las reglas de Evolith.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Demuestra viabilidad técnica.</a:t>
            </a:r>
          </a:p>
        </p:txBody>
      </p:sp>
      <p:pic>
        <p:nvPicPr>
          <p:cNvPr id="6" name="Picture 5" descr="ppt2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583680" cy="24184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2. Propósito como Referencia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Tangibiliza conceptos abstractos.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Proporciona código base, pipelines y pruebas reales.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Sirve de acelerador (plantilla).</a:t>
            </a:r>
          </a:p>
        </p:txBody>
      </p:sp>
      <p:pic>
        <p:nvPicPr>
          <p:cNvPr id="6" name="Picture 5" descr="ppt2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583680" cy="7053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3. Arquitectura Evolith en UMS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Implementación modular (Bounded Contexts).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Adaptación de Arquitectura Hexagonal.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Aislamiento de la lógica de dominio.</a:t>
            </a:r>
          </a:p>
        </p:txBody>
      </p:sp>
      <p:pic>
        <p:nvPicPr>
          <p:cNvPr id="6" name="Picture 5" descr="ppt2_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583680" cy="25400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4. Patrones Aplicados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Resolución formal de Autenticación y Autorización.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Manejo avanzado de Auth Graph corporativo.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Parametrización dinámica.</a:t>
            </a:r>
          </a:p>
        </p:txBody>
      </p:sp>
      <p:pic>
        <p:nvPicPr>
          <p:cNvPr id="6" name="Picture 5" descr="ppt2_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583680" cy="14275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5. Trazabilidad en la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Muestra cómo atar un requerimiento de PRD hasta el código.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Historias referenciando ADRs.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Evidencia viva.</a:t>
            </a:r>
          </a:p>
        </p:txBody>
      </p:sp>
      <p:pic>
        <p:nvPicPr>
          <p:cNvPr id="6" name="Picture 5" descr="ppt2_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583680" cy="5290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6. El Ciclo de Retroalimentación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Los aprendizajes en UMS se promueven.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Las mejoras técnicas locales suben a Evolith como estándares corporativos.</a:t>
            </a:r>
          </a:p>
        </p:txBody>
      </p:sp>
      <p:pic>
        <p:nvPicPr>
          <p:cNvPr id="6" name="Picture 5" descr="ppt2_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583680" cy="12101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7. Adopción para el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Start rápido para nuevos equipos.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Menos fricción de andamiaje.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Mayor tiempo enfocado en valor de negocio.</a:t>
            </a:r>
          </a:p>
        </p:txBody>
      </p:sp>
      <p:pic>
        <p:nvPicPr>
          <p:cNvPr id="6" name="Picture 5" descr="ppt2_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583680" cy="4740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