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 PRÁCTICO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UMS como caso de aplicación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UMS se usa como ejemplo aplicado para mostrar cómo un sistema real recorre el SDLC de Evolith sin confundir el caso con el marco corporativo.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92240" y="1463040"/>
            <a:ext cx="3108960" cy="6858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38544" y="1591056"/>
            <a:ext cx="2816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UMS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852160" y="2651760"/>
            <a:ext cx="2057400" cy="594360"/>
          </a:xfrm>
          <a:prstGeom prst="roundRect">
            <a:avLst>
              <a:gd name="adj" fmla="val 923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98464" y="2779776"/>
            <a:ext cx="1764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Identidad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2480" y="2651760"/>
            <a:ext cx="2057400" cy="594360"/>
          </a:xfrm>
          <a:prstGeom prst="roundRect">
            <a:avLst>
              <a:gd name="adj" fmla="val 9231"/>
            </a:avLst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58784" y="2779776"/>
            <a:ext cx="1764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Tenants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3749040"/>
            <a:ext cx="2057400" cy="594360"/>
          </a:xfrm>
          <a:prstGeom prst="roundRect">
            <a:avLst>
              <a:gd name="adj" fmla="val 9231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98464" y="3877056"/>
            <a:ext cx="1764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Autorización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12480" y="3749040"/>
            <a:ext cx="2057400" cy="594360"/>
          </a:xfrm>
          <a:prstGeom prst="roundRect">
            <a:avLst>
              <a:gd name="adj" fmla="val 9231"/>
            </a:avLst>
          </a:prstGeom>
          <a:solidFill>
            <a:srgbClr val="F3E8FF"/>
          </a:solidFill>
          <a:ln w="12700">
            <a:solidFill>
              <a:srgbClr val="F3E8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58784" y="3877056"/>
            <a:ext cx="1764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Parámetros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64465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Evolith SDLC — Ejemplo UMS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29284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INICIO DEL FLUJO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necesidad a PRD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2048256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Problema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31720" y="2249424"/>
            <a:ext cx="5486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71800" y="1920240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18104" y="2048256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Objetivo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2249424"/>
            <a:ext cx="5486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20640" y="1920240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66944" y="2048256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Alcance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9400" y="2249424"/>
            <a:ext cx="5486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269480" y="1920240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15784" y="2048256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Restricciones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78240" y="2249424"/>
            <a:ext cx="5486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418320" y="1920240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64624" y="2048256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Métricas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840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 UMS: definir administración de tenants, usuarios, roles y parámetros con reglas claras de aislamiento, seguridad y operación.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4360" y="64465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Evolith SDLC — Ejemplo UMS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29284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REFINAMIENTO CONTROLADO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Diseño funcional y técnico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2880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" y="1956816"/>
            <a:ext cx="1810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Historia funcional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54680" y="2212848"/>
            <a:ext cx="82296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114800" y="182880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61104" y="1956816"/>
            <a:ext cx="1810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Criterios de aceptación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2212848"/>
            <a:ext cx="82296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315200" y="182880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ECFDF5"/>
          </a:solidFill>
          <a:ln w="12700">
            <a:solidFill>
              <a:srgbClr val="ECFDF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61504" y="1956816"/>
            <a:ext cx="1810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Historia técnica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6576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CRU debe probar reglas de negocio, visibilidad por tenant y permisos del usuario. Unit testing y E2E evidencian que el comportamiento es correcto en todas las vistas.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64465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Evolith SDLC — Ejemplo UMS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29284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CUÁNDO USAR ADR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Decisiones arquitectónicas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1600200" cy="731520"/>
          </a:xfrm>
          <a:prstGeom prst="roundRect">
            <a:avLst>
              <a:gd name="adj" fmla="val 7500"/>
            </a:avLst>
          </a:prstGeom>
          <a:solidFill>
            <a:srgbClr val="F3E8FF"/>
          </a:solidFill>
          <a:ln w="12700">
            <a:solidFill>
              <a:srgbClr val="F3E8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2093976"/>
            <a:ext cx="1307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Multi-tenancy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1965960"/>
            <a:ext cx="1600200" cy="731520"/>
          </a:xfrm>
          <a:prstGeom prst="roundRect">
            <a:avLst>
              <a:gd name="adj" fmla="val 7500"/>
            </a:avLst>
          </a:prstGeom>
          <a:solidFill>
            <a:srgbClr val="F3E8FF"/>
          </a:solidFill>
          <a:ln w="12700">
            <a:solidFill>
              <a:srgbClr val="F3E8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72384" y="2093976"/>
            <a:ext cx="1307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Seguridad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74920" y="1965960"/>
            <a:ext cx="1600200" cy="731520"/>
          </a:xfrm>
          <a:prstGeom prst="roundRect">
            <a:avLst>
              <a:gd name="adj" fmla="val 7500"/>
            </a:avLst>
          </a:prstGeom>
          <a:solidFill>
            <a:srgbClr val="F3E8FF"/>
          </a:solidFill>
          <a:ln w="12700">
            <a:solidFill>
              <a:srgbClr val="F3E8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21224" y="2093976"/>
            <a:ext cx="1307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Persistencia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23760" y="1965960"/>
            <a:ext cx="1600200" cy="731520"/>
          </a:xfrm>
          <a:prstGeom prst="roundRect">
            <a:avLst>
              <a:gd name="adj" fmla="val 7500"/>
            </a:avLst>
          </a:prstGeom>
          <a:solidFill>
            <a:srgbClr val="F3E8FF"/>
          </a:solidFill>
          <a:ln w="12700">
            <a:solidFill>
              <a:srgbClr val="F3E8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70064" y="2093976"/>
            <a:ext cx="1307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APIs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372600" y="1965960"/>
            <a:ext cx="1600200" cy="731520"/>
          </a:xfrm>
          <a:prstGeom prst="roundRect">
            <a:avLst>
              <a:gd name="adj" fmla="val 7500"/>
            </a:avLst>
          </a:prstGeom>
          <a:solidFill>
            <a:srgbClr val="F3E8FF"/>
          </a:solidFill>
          <a:ln w="12700">
            <a:solidFill>
              <a:srgbClr val="F3E8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093976"/>
            <a:ext cx="1307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Observabilidad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37947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UMS, un ADR aplica cuando cambia aislamiento tenant, resolución de permisos, contratos API, estrategia de datos o modelo de operación.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64465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Evolith SDLC — Ejemplo UMS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29284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 INTEGRADA AL FLUJO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Construcción y validación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1956816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Unit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23160" y="2148840"/>
            <a:ext cx="45720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26080" y="182880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72384" y="1956816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Integración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2148840"/>
            <a:ext cx="45720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74920" y="182880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21224" y="1956816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E2E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2148840"/>
            <a:ext cx="45720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223760" y="182880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70064" y="1956816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Seguridad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69680" y="2148840"/>
            <a:ext cx="45720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372600" y="182880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18904" y="1956816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Regresión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7033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esperado: pruebas claras, datos controlados por tenant y evidencias objetivas para el gate RC Sellado.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4360" y="64465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Evolith SDLC — Ejemplo UMS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29284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SDLC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Release y operación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2093976"/>
            <a:ext cx="1307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Test Summary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196596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72384" y="2093976"/>
            <a:ext cx="1307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Release Notes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74920" y="196596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21224" y="2093976"/>
            <a:ext cx="1307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Rollback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23760" y="196596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70064" y="2093976"/>
            <a:ext cx="1307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Alertas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372600" y="196596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F3E8FF"/>
          </a:solidFill>
          <a:ln w="12700">
            <a:solidFill>
              <a:srgbClr val="F3E8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2093976"/>
            <a:ext cx="1307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Dashboard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UMS solo pasa a producción cuando existe evidencia de pruebas, notas de versión, monitoreo básico y ruta de reversa.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64465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Evolith SDLC — Ejemplo UMS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29284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EJEMPLO AL ESTÁNDAR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Lecciones reutilizables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28800"/>
            <a:ext cx="2743200" cy="777240"/>
          </a:xfrm>
          <a:prstGeom prst="roundRect">
            <a:avLst>
              <a:gd name="adj" fmla="val 7059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" y="1956816"/>
            <a:ext cx="2450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Lo propio de UMS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828800"/>
            <a:ext cx="2743200" cy="777240"/>
          </a:xfrm>
          <a:prstGeom prst="roundRect">
            <a:avLst>
              <a:gd name="adj" fmla="val 7059"/>
            </a:avLst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55464" y="1956816"/>
            <a:ext cx="2450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Lo reusable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03920" y="182880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50224" y="1956816"/>
            <a:ext cx="19933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Siguiente sistema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49040" y="2212848"/>
            <a:ext cx="86868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543800" y="2212848"/>
            <a:ext cx="86868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14400" y="38862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UMS aporta ejemplos concretos; Evolith aporta el método: artefactos, gates, RACI, trazabilidad y evidencia por fase.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64465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Evolith SDLC — Ejemplo UMS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29284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BeyondNetCode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Aplicación de Evolith SDLC en UMS</dc:title>
  <dc:subject>Evolith SDLC UMS</dc:subject>
  <dc:creator>BeyondNet</dc:creator>
  <cp:lastModifiedBy>BeyondNet</cp:lastModifiedBy>
  <cp:revision>1</cp:revision>
  <dcterms:created xsi:type="dcterms:W3CDTF">2026-06-02T17:34:40Z</dcterms:created>
  <dcterms:modified xsi:type="dcterms:W3CDTF">2026-06-02T17:34:40Z</dcterms:modified>
</cp:coreProperties>
</file>