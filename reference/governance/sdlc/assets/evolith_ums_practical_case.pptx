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1E293B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686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Evolith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2D3EE"/>
                </a:solidFill>
              </a:rPr>
              <a:t>Caso Práctico UMS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Aplicación de Evolith en un entorno industrial real: Portal Autoservicio.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8 pasos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111350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3938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7090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27986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UMS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642055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74643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7795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8691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Evidencia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5172761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5349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78501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9397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Gates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703466" y="404164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36054" y="3886200"/>
            <a:ext cx="1375258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9206" y="399592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0102" y="4005072"/>
            <a:ext cx="9180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Producción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Caso aplicado · UMS como referencia empresarial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A3B8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Contexto del caso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 es la referencia aplicada; no reemplaza al framework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54864" cy="146304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Necesidad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7190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Portal Autoservicio con identidad, autorización, multi-tenancy y configuración gobernada.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89120" y="1280160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54864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Riesgo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17190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Accesos, aislamiento tenant, trazabilidad de permisos, auditoría y cambios de configuración.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47472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80160"/>
            <a:ext cx="54864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14081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Evidencia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11312" y="17190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Arquitectura, stories, gates, pruebas, observabilidad y readiness operativo.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14400" y="457200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UMS prueba que Evolith puede implementarse en software empresarial real.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Portal Autoservicio · entorno industrial real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Las 8 fases aplicadas a UMS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ejecutiva del recorrido desde intención hasta operación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Descubrimiento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502152" y="132588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Dominio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318504" y="132588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02552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UX/Funcional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9134856" y="132588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8008" y="14356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18904" y="144475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Diseño técnico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85800" y="2331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24414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9848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Construcción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502152" y="2331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24414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86200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QA/Sec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318504" y="2331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24414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02552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Release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9134856" y="233172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8008" y="244144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518904" y="24505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Operación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914400" y="3977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</a:rPr>
              <a:t>Las 8 fases son una guía operativa; se consolidan en gates ejecutivos para no burocratizar el delivery.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8 fases operativas · 5 gates ejecutivos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Dominio UMS: Auth Graph y multi-tenancy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valida reglas críticas de seguridad y aislamiento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Tenant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392680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5268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8420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09316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Usuario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4232148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4736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7888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48784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Rol/Perfil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071616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4204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8252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Permiso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911084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3672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6824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27720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Menú/Recurso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750552" y="1389888"/>
            <a:ext cx="96012" cy="146304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83140" y="1234440"/>
            <a:ext cx="1684020" cy="475488"/>
          </a:xfrm>
          <a:prstGeom prst="roundRect">
            <a:avLst>
              <a:gd name="adj" fmla="val 1153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56292" y="13441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67188" y="1353312"/>
            <a:ext cx="1226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Acción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822960" y="2331720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2331720"/>
            <a:ext cx="54864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Deny-by-default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87552" y="2770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Todo acceso debe ser concedido explícitamente y trazable.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4480560" y="2331720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2331720"/>
            <a:ext cx="54864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Tenant isolation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645152" y="2770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Cada operación CRUD/E2E debe respetar el scope del tenant.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8138160" y="2331720"/>
            <a:ext cx="320040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33172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Auditoría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02752" y="277063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Cambios de roles, permisos y parámetros quedan evidenciados.</a:t>
            </a:r>
            <a:endParaRPr lang="en-US" sz="940" dirty="0"/>
          </a:p>
        </p:txBody>
      </p:sp>
      <p:sp>
        <p:nvSpPr>
          <p:cNvPr id="41" name="Text 39"/>
          <p:cNvSpPr/>
          <p:nvPr/>
        </p:nvSpPr>
        <p:spPr>
          <a:xfrm>
            <a:off x="914400" y="48920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La seguridad deja de ser un módulo: se vuelve una regla transversal del SDLC.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Auth Graph · roles · perfiles · permisos · recursos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Evidencia por fase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revisa para que UMS avance con control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25880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4538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valor y alcance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480560" y="13258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325880"/>
            <a:ext cx="54864" cy="9144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4538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ADR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5152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decisiones críticas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32588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4538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Stories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02752" y="17647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funcional + técnica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22960" y="26974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697480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8254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Tests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136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unit · integration · E2E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4480560" y="26974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697480"/>
            <a:ext cx="54864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28254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Gates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5152" y="3136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calidad y seguridad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8138160" y="2697480"/>
            <a:ext cx="3063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97480"/>
            <a:ext cx="54864" cy="9144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28254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Release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02752" y="31363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notas · rollback · observabilidad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914400" y="4937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Cada evidencia existe para tomar una decisión, no para llenar documentos.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Cadena de evidencia: negocio → arquitectura → testing → operación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Quality Gates del caso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objetivos antes de liberar Portal Autoservicio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472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Build exitoso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472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E2E tenant-scope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47218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CVEs críticas en cero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70662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Auth Graph validado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80560" y="265176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270662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Observabilidad lista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8138160" y="2651760"/>
            <a:ext cx="274320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706624"/>
            <a:ext cx="25968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Rollback probado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9418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El release no avanza por confianza: avanza por evidencia verificable.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Quality Gates · seguridad · pruebas · operación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6629400"/>
            <a:ext cx="11750040" cy="9144"/>
          </a:xfrm>
          <a:prstGeom prst="rect">
            <a:avLst/>
          </a:prstGeom>
          <a:noFill/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2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Resultado demostrable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5216" y="77724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UMS como caso de éxito y banco de aprendizaje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4864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453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Para negocio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856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Reduce riesgo operativo y mejora transparencia de releases.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54864" cy="1371600"/>
          </a:xfrm>
          <a:prstGeom prst="rect">
            <a:avLst/>
          </a:prstGeom>
          <a:solidFill>
            <a:srgbClr val="153E75"/>
          </a:solidFill>
          <a:ln w="12700">
            <a:solidFill>
              <a:srgbClr val="153E7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5453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Para tecnología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53712" y="1856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Estandariza arquitectura, DDD, seguridad, pruebas y observabilidad.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8001000" y="1417320"/>
            <a:ext cx="34290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417320"/>
            <a:ext cx="54864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65592" y="15453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</a:rPr>
              <a:t>Para adopción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65592" y="1856232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</a:rPr>
              <a:t>Permite entrenar equipos usando un sistema real y no teoría.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9235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220"/>
                </a:solidFill>
              </a:rPr>
              <a:t>UMS acelera la adopción porque muestra Evolith funcionando.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684264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Caso práctico · referencia aplicada · mejora continua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9784080" y="668426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Evolith ARCH32 + UMS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BeyondNet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Evolith Caso Practico UMS</dc:title>
  <dc:subject>Evolith Caso Practico UMS</dc:subject>
  <dc:creator>BeyondNet Tech</dc:creator>
  <cp:lastModifiedBy>BeyondNet Tech</cp:lastModifiedBy>
  <cp:revision>1</cp:revision>
  <dcterms:created xsi:type="dcterms:W3CDTF">2026-06-02T22:23:28Z</dcterms:created>
  <dcterms:modified xsi:type="dcterms:W3CDTF">2026-06-02T22:23:28Z</dcterms:modified>
</cp:coreProperties>
</file>