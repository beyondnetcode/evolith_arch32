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Evolith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Deep-Dive Técnico SDLC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Guía operativa de ingeniería sobre fases, Quality Gates y artefactos.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Fases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111350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3938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7090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7986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Gates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642055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4643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7795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8691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Artefactos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172761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5349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01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9397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RACI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703466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6054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9206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0102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Trazabilidad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Deep-dive técnico · ingeniería y delivery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Modelo SDLC Evolith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ejecutivas con evidencia de ingeniería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2051914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1353312"/>
            <a:ext cx="159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Concepción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760574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3162" y="1234440"/>
            <a:ext cx="2051914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6314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77210" y="1353312"/>
            <a:ext cx="159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Diseño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967935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00523" y="1234440"/>
            <a:ext cx="2051914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3675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4571" y="1353312"/>
            <a:ext cx="159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Construcción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175297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7885" y="1234440"/>
            <a:ext cx="2051914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1037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91933" y="1353312"/>
            <a:ext cx="159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Validación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382658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15246" y="1234440"/>
            <a:ext cx="2051914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8398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99294" y="1353312"/>
            <a:ext cx="15947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Entrega / Operación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22960" y="23317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233172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Gate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7552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Criterio objetivo de aprobación.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4480560" y="23317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2331720"/>
            <a:ext cx="54864" cy="9144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Evidencia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45152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Artefactos versionados y trazables.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8138160" y="23317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33172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Decisión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02752" y="2770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Accountable definido y estado visible.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Una fase no termina hasta que su gate queda evidenciado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Artefactos canónicos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mínimos para decidir y operar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54864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53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intención y alcance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502152" y="1325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325880"/>
            <a:ext cx="54864" cy="82296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1453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Functional 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66744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reglas de negocio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318504" y="1325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132588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453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ADR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83096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decisión arquitectónica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134856" y="1325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4856" y="132588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453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Technical Story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99448" y="1764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implementación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85800" y="2468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468880"/>
            <a:ext cx="54864" cy="822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Test Summary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evidencia QA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3502152" y="2468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02152" y="2468880"/>
            <a:ext cx="54864" cy="82296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Release Notes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66744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cambio liberado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6318504" y="2468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8504" y="2468880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RACI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83096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responsables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134856" y="2468880"/>
            <a:ext cx="2377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34856" y="246888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9448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Traceability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99448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cadena end-to-end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914400" y="4892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Artefactos ligeros, decisiones fuertes.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PRD → Story → ADR → Build → Test → Release → Evidence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Quality Gates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objetivo para evitar releases frágiles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80160"/>
            <a:ext cx="54864" cy="9144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081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compila y CI verde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28016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4081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unit · integration · E2E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28016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40817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2752" y="17190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CVEs y permisos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22960" y="260604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60604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7340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ADRs y límites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480560" y="260604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606040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7340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5152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logs · metrics · traces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138160" y="260604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06040"/>
            <a:ext cx="54864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7340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Rollback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02752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plan probado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914400" y="4800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El gate convierte opinión en evidencia medible.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Gates: criterio, umbral, resultado, decisión, owner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RACI y responsabilidad nominal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el rol: debe existir una persona accountable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4864" cy="123444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Accountable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856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Decide y asume el gate.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1732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Responsible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85032" y="1856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Produce la evidencia.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1732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Consulted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856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Valida criterio experto.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9006840" y="141732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6840" y="1417320"/>
            <a:ext cx="54864" cy="1234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1545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Informed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71432" y="1856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Recibe estado y riesgos.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Sin responsable nominal, no hay gobernanza real.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RACI nominal por fase, artefacto e hito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Trazabilidad operativa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objetivo de negocio hasta evidencia en producción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Business Objective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986207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8795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1947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02843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PRD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602083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4671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7823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8719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Story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217958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0546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3698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34594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ADR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833834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6422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9574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50470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Code/Test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449709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2297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5449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6345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Release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0065585" y="148132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98173" y="1325880"/>
            <a:ext cx="1460427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71325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82221" y="1444752"/>
            <a:ext cx="10032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Production Evidence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005840" y="2743200"/>
            <a:ext cx="4572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2743200"/>
            <a:ext cx="54864" cy="128016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2871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Por qué importa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70432" y="31821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Permite responder qué cambió, por qué, quién aprobó, qué prueba existe y cómo se opera.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400800" y="2743200"/>
            <a:ext cx="457200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0" y="274320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8712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Qué habilita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65392" y="31821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Auditoría, cumplimiento, soporte, reducción de re-trabajo y decisiones ejecutivas rápidas.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Trazabilidad: valor → decisión → implementación → prueba → producción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Operación del SDLC en equipos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Cadencia de ingeniería para sostener el modelo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8074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Planning con artefactos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8074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ADRs tempranos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138160" y="132588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38074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CI/CD con gates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22960" y="2560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15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QA basado en riesgo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80560" y="2560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615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Scorecard semanal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138160" y="2560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615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Post-release learning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Evolith no agrega ceremonias: ordena las decisiones críticas del delivery.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Operativa: cadencia · evidencia · feedback · mejora continua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Checklist de adopción técnica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empezar sin bloquear el delivery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54864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538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Semana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Definir nivel de adopción, fases aplicables y RACI inicial.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54864" cy="11430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4538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Semana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Mapear artefactos mínimos, gaps y gates obligatorios.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92440" y="132588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325880"/>
            <a:ext cx="5486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14538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Semana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176479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Ejecutar primer release controlado con scorecard y retro.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Empieza pequeño, gobierna lo crítico y escala por riesgo.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Adopción técnica incremental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BeyondNet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Deep Dive Tecnico SDLC</dc:title>
  <dc:subject>Evolith Deep Dive Tecnico SDLC</dc:subject>
  <dc:creator>BeyondNet Tech</dc:creator>
  <cp:lastModifiedBy>BeyondNet Tech</cp:lastModifiedBy>
  <cp:revision>1</cp:revision>
  <dcterms:created xsi:type="dcterms:W3CDTF">2026-06-02T22:23:28Z</dcterms:created>
  <dcterms:modified xsi:type="dcterms:W3CDTF">2026-06-02T22:23:28Z</dcterms:modified>
</cp:coreProperties>
</file>