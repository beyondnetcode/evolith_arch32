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</a:defRPr>
            </a:pPr>
            <a:r>
              <a:t>Evolith ARCH32 + SDLC Corporativo</a:t>
            </a:r>
          </a:p>
          <a:p>
            <a:pPr>
              <a:spcBef>
                <a:spcPts val="1400"/>
              </a:spcBef>
              <a:defRPr sz="2800">
                <a:solidFill>
                  <a:srgbClr val="3B82F6"/>
                </a:solidFill>
              </a:defRPr>
            </a:pPr>
            <a:r>
              <a:t>Gobernanza, Estándares y Entrega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1. ¿Qué es Evolith?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Framework corporativo y arquitectura base.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Estandariza patrones entre equipos.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No es una app, es el modelo operativo.</a:t>
            </a:r>
          </a:p>
        </p:txBody>
      </p:sp>
      <p:pic>
        <p:nvPicPr>
          <p:cNvPr id="6" name="Picture 5" descr="ppt1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15628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2. El Problema que Resuelve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Elimina zonas grises y deuda técnica silenciosa.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Previene arquitectura fragmentada.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Reduce el riesgo de delivery.</a:t>
            </a:r>
          </a:p>
        </p:txBody>
      </p:sp>
      <p:pic>
        <p:nvPicPr>
          <p:cNvPr id="6" name="Picture 5" descr="ppt1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2067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3. El SDLC de Evolith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Evolith provee la estructura; SDLC el ciclo de vida.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Consta de 5 Fases gobernadas.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Progreso condicionado a evidencia.</a:t>
            </a:r>
          </a:p>
        </p:txBody>
      </p:sp>
      <p:pic>
        <p:nvPicPr>
          <p:cNvPr id="6" name="Picture 5" descr="ppt1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487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4. Artefactos por Fase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Cada fase exige documentación específica.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Desde el PRD funcional hasta las notas de release.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Sin artefacto no hay avance.</a:t>
            </a:r>
          </a:p>
        </p:txBody>
      </p:sp>
      <p:pic>
        <p:nvPicPr>
          <p:cNvPr id="6" name="Picture 5" descr="ppt1_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42262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5. Roles y Gobernanza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Responsabilidades claras (RACI).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Product Owner define QUÉ.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Arquitecto/Tech Lead define CÓMO.</a:t>
            </a:r>
          </a:p>
        </p:txBody>
      </p:sp>
      <p:pic>
        <p:nvPicPr>
          <p:cNvPr id="6" name="Picture 5" descr="ppt1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23278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6.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Verificaciones automatizadas y objetivas.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Se detiene el despliegue si falla cobertura o seguridad.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Asegura mantenibilidad a largo plazo.</a:t>
            </a:r>
          </a:p>
        </p:txBody>
      </p:sp>
      <p:pic>
        <p:nvPicPr>
          <p:cNvPr id="6" name="Picture 5" descr="ppt1_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54410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7. Valor Aportado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Menor fricción entre Dev y Ops.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Predicibilidad de negocio.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Sostenibilidad de la plataforma.</a:t>
            </a:r>
          </a:p>
        </p:txBody>
      </p:sp>
      <p:pic>
        <p:nvPicPr>
          <p:cNvPr id="6" name="Picture 5" descr="ppt1_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38341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