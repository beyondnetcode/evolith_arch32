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FFFFFF"/>
                </a:solidFill>
              </a:defRPr>
            </a:pPr>
            <a:r>
              <a:t>Deep-Dive SDLC: Fases y Artefactos</a:t>
            </a:r>
          </a:p>
          <a:p>
            <a:pPr>
              <a:spcBef>
                <a:spcPts val="1400"/>
              </a:spcBef>
              <a:defRPr sz="2400">
                <a:solidFill>
                  <a:srgbClr val="3B82F6"/>
                </a:solidFill>
              </a:defRPr>
            </a:pPr>
            <a:r>
              <a:t>Guía operativa de Ingeniería.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El Ciclo de Vida Evolith (8 Fases)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F1 Ideación -&gt; F2 Análisis -&gt; F3 Diseño -&gt; F4 Construcción -&gt; F5 Pruebas -&gt; F6 Despliegue -&gt; F7 Operación -&gt; F8 Retiro.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Ideación y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Entradas: Necesidad de negocio.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Salidas: Business Case, Acta, Especificación.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Responsables: Sponsor y 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Diseño Arquitectónico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Entradas: Requerimientos.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Salidas: Blueprint, ADRs.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Responsables: Arquitecto de Solución.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Construcción y Pruebas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Verificación Continua (Shift-Left).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Artefactos: Código, PRs, SAST/DAST, Trazabilidad de Pruebas.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Despliegue y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Entradas: Artefactos firmados.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Salidas: Runbook, Dashboards, Incidentes.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Responsables: Release Manager, SRE.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Retiro y Sunset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Desconexión gobernada.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Artefactos: Plan de Retiro, Checklist.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Timeline de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M1: Ideación/Análisis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M2: Diseño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M3-4: Sprints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M5: Pruebas y Despliegue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