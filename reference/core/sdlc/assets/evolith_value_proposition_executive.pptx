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14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</a:rPr>
              <a:t>Evolith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Propuesta de Valor Ejecutiva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Gobernar delivery con evidencia, no con acuerdos verbales.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397764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40873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409651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Valor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111350" y="41330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3938" y="397764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7090" y="40873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27986" y="409651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Arquitectura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642055" y="41330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4643" y="397764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7795" y="40873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58691" y="409651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SDLC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172761" y="41330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5349" y="397764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8501" y="40873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89397" y="409651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Control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703466" y="41330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6054" y="397764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9206" y="40873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0102" y="409651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Producción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Presentación ejecutiva · 15–20 minutos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El problema ejecutivo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escala rompe cuando cada equipo decide distinto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34440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624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Complejidad no gobernada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673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Arquitecturas diferentes, decisiones no trazables y responsabilidad difusa.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383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23444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3624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Riesgo tardío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1673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Calidad, seguridad y operación se validan demasiado tarde.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32918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234440"/>
            <a:ext cx="54864" cy="114300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362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Delivery opaco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16733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Sin evidencia, el estado real del release depende de interpretación.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96012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Sin un modelo común, la organización escala deuda técnica y riesgo operativo.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Dolores: variabilidad, baja trazabilidad, gates subjetivos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Qué es Evolith ARCH32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corporativo para convertir intención de negocio en software listo para producción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169926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8408" y="1444752"/>
            <a:ext cx="1242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Arquitectura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316480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9068" y="1325880"/>
            <a:ext cx="169926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2220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3116" y="1444752"/>
            <a:ext cx="1242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Estándares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171188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3776" y="1325880"/>
            <a:ext cx="169926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6928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87824" y="1444752"/>
            <a:ext cx="1242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ADRs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025896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8484" y="1325880"/>
            <a:ext cx="169926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1636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42532" y="1444752"/>
            <a:ext cx="1242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Artefactos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880604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3192" y="1325880"/>
            <a:ext cx="169926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86344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97240" y="1444752"/>
            <a:ext cx="1242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Quality Gates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9735312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67900" y="1325880"/>
            <a:ext cx="1699260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41052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51948" y="1444752"/>
            <a:ext cx="1242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Gobierno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868680" y="233172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233172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24597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Sistema gobernado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33272" y="2770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Define reglas, evidencia, responsables y gates para delivery repetible.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4434840" y="233172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2331720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24597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Sistema medible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99432" y="2770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Permite saber estado, riesgo, gaps y readiness por fase.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8001000" y="233172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01000" y="233172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65592" y="24597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Sistema adaptable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65592" y="2770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Se adopta por nivel: Essential, Governed o Enterprise.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914400" y="48463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Evolith convierte arquitectura y delivery en un sistema gobernado, repetible y medible.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Propuesta: menos burocracia, más control ejecutivo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Evolith + UMS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corporativas + prueba aplicada en software real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7548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54864" cy="201168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453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Evolith define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856232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Arquitectura, estándares, SDLC, artefactos, Quality Gates, RACI y trazabilidad.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47548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417320"/>
            <a:ext cx="54864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5453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UMS demuestra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56832" y="1856232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Portal empresarial real: multi-tenancy, identity, permisos, menús, parámetros, auditoría, testing y observabilidad.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760720" y="2057400"/>
            <a:ext cx="411480" cy="41148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6634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Evolith define cómo construir; UMS demuestra que el modelo funciona.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UMS no es todo Evolith: es la referencia aplicada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Modelo operativo SDLC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fase responde una pregunta ejecutiva y exige evidencia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243584"/>
            <a:ext cx="2033626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533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" y="1362456"/>
            <a:ext cx="15764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Definir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788006" y="1399032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0594" y="1243584"/>
            <a:ext cx="2033626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3746" y="13533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04642" y="1362456"/>
            <a:ext cx="15764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Diseñar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977079" y="1399032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09667" y="1243584"/>
            <a:ext cx="2033626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2819" y="13533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93715" y="1362456"/>
            <a:ext cx="15764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Construir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166153" y="1399032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8741" y="1243584"/>
            <a:ext cx="2033626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1893" y="13533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2789" y="1362456"/>
            <a:ext cx="15764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Validar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355226" y="1399032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87814" y="1243584"/>
            <a:ext cx="2033626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60966" y="13533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71862" y="1362456"/>
            <a:ext cx="15764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Liberar / Operar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868680" y="21488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Definir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94560" y="21488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¿Qué valor resolvemos?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52160" y="21488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138160" y="210312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2157984"/>
            <a:ext cx="21396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Business Sign-Off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68680" y="2651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Diseñar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94560" y="2651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¿Cómo sin romper arquitectura?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52160" y="2651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ADR + Story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138160" y="260604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1312" y="2660904"/>
            <a:ext cx="21396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Design Baseline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68680" y="31546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Construir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194560" y="31546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¿Está hecho según estándar?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52160" y="31546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CI + DoD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38160" y="310896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11312" y="3163824"/>
            <a:ext cx="21396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Successful Build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68680" y="36576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Validar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194560" y="36576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¿Es seguro liberar?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52160" y="3657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Test Summary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38160" y="361188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1312" y="3666744"/>
            <a:ext cx="21396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RC Stamped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68680" y="4160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</a:rPr>
              <a:t>Operar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194560" y="4160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¿Producción está lista?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52160" y="41605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Release + Rollback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138160" y="411480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11312" y="4169664"/>
            <a:ext cx="21396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Production Live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14400" y="5349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Ninguna fase avanza por acuerdo verbal.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Evidencia · Accountable · Criterio objetivo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Adopción progresiva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big-bang: se aplica según riesgo, madurez y criticidad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3337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54864" cy="2011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910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Essential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901952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MVPs o equipos pequeños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PRD · Functional Story · Technical Story · Release Notes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337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463040"/>
            <a:ext cx="54864" cy="201168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5910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Governed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1901952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Releases productivos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ADR · Test Summary · Quality Gates · Traceability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337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63040"/>
            <a:ext cx="54864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5910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1901952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Productos críticos o multi-equipo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RACI · Scorecard · Observability · Rollback · Compliance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960120" y="470916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Evolith escala el control solo donde el riesgo lo exige.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Adopción: mínima viable, gobernada, empresarial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Gobierno visible para dirección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 simple para decidir si el release avanza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26464"/>
            <a:ext cx="20939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Overall Status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520440" y="137160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426464"/>
            <a:ext cx="20939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Current Gate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426464"/>
            <a:ext cx="20939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Artifact Readiness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006840" y="137160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9992" y="1426464"/>
            <a:ext cx="20939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RACI Readiness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77240" y="251460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569464"/>
            <a:ext cx="20939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Quality Gate Readiness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20440" y="251460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569464"/>
            <a:ext cx="20939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Production Readiness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63640" y="251460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569464"/>
            <a:ext cx="20939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Top Risks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006840" y="251460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9992" y="2569464"/>
            <a:ext cx="20939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Decision Owner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Evolith permite saber qué falta, quién debe resolverlo y si el release puede avanzar.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Estados: On Track · Watch · At Risk · Blocked · Ready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BeyondNet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Evolith Propuesta de Valor Ejecutiva</dc:title>
  <dc:subject>Evolith Propuesta de Valor Ejecutiva</dc:subject>
  <dc:creator>BeyondNet Tech</dc:creator>
  <cp:lastModifiedBy>BeyondNet Tech</cp:lastModifiedBy>
  <cp:revision>1</cp:revision>
  <dcterms:created xsi:type="dcterms:W3CDTF">2026-06-02T22:23:28Z</dcterms:created>
  <dcterms:modified xsi:type="dcterms:W3CDTF">2026-06-02T22:23:28Z</dcterms:modified>
</cp:coreProperties>
</file>