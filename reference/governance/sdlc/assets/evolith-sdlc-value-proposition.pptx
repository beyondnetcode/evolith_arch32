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000">
                <a:solidFill>
                  <a:srgbClr val="FFFFFF"/>
                </a:solidFill>
              </a:defRPr>
            </a:pPr>
            <a:r>
              <a:t>Evolith: Gobierno Arquitectónico y Excelencia SDLC</a:t>
            </a:r>
          </a:p>
          <a:p>
            <a:pPr>
              <a:spcBef>
                <a:spcPts val="1400"/>
              </a:spcBef>
              <a:defRPr sz="2400">
                <a:solidFill>
                  <a:srgbClr val="3B82F6"/>
                </a:solidFill>
              </a:defRPr>
            </a:pPr>
            <a:r>
              <a:t>Transformando código en valor de negocio medible, seguro y predecible.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¿Qué es Evolith y por qué es vital?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Qué es: Un marco de gobernanza corporativo (SDLC en 8 fases).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Qué resuelve: Elimina la deuda técnica y el riesgo de delivery.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Cómo lo hace: Roles RACI, artefactos obligatorios, Quality Gates.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El Costo del SDLC Tradicional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Desarrollo en silos sin visibilidad.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Deuda técnica acumulada que ralentiza features.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Descubrimiento de defectos críticos en producción.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Auditorías fallidas y vulnerabilidades.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Los Pilares del Marco Evolith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Transparencia Radical: Visibilidad total de decisiones.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Gobernanza Multinivel: Decisiones descentralizadas.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Calidad desde el Origen: Shift-left en QA y Seguridad.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Adaptabilidad Estructurada: Marcos flexibles.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Mejora Continua Cuantificada.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Anatomía del Gobierno 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8 Fases Estructuradas.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Roles y RACI.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Artefactos Obligatorios.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Tablero de Gobernanza.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Carriles y Puertas de Decisión (Go/No-Go)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Transición bloqueada hasta cumplir Criterios.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Gate 1: Aprobación Presupuestal.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Gate 2: Aprobación Arquitectura.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Gate 3: Certificación Calidad.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Gate 4: Aprobación CAB.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Las 8 Fases del SDLC Evolith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F1. Ideación (Business Case)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F2. Análisis (Especificación Requerimientos)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F3. Diseño (Blueprint)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F4. Construcción (Código/Tests)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F5. Pruebas (Plan Maestro)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F6. Despliegue (Runbook)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F7. Operación (Dashboards)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F8. Retiro (Sunset)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El Impacto Tangible de Evolith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Time-to-Market: -35%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Estabilidad: -50% defectos críticos.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Cumplimiento: 100% trazabilidad.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Adaptabilidad a Cualquier Industria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Banca / FinTech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Salud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Retail / Ecommerce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Energía / Industrial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El Cambio de Paradigma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De Pruebas al final a Quality Gates continuos.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De Arquitectura mental a Blueprint y ADRs.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De Despliegues estresantes a Runbooks automatizados.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El Camino a la Excelencia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Taller de Assessment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Piloto de Fases 1 a 3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Capacitación en Tableros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Integración CI/CD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Transformando código en valor de negocio.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adopcion@evolith.com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